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590301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89603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64598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5067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22227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930941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40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0993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514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43904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3490290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9817050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12849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665281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955806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00355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03029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12/16/2025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660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Fábrica de Carros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dirty="0" err="1"/>
              <a:t>Programação</a:t>
            </a:r>
            <a:r>
              <a:rPr dirty="0"/>
              <a:t> </a:t>
            </a:r>
            <a:r>
              <a:rPr dirty="0" err="1"/>
              <a:t>Orientada</a:t>
            </a:r>
            <a:r>
              <a:rPr dirty="0"/>
              <a:t> a </a:t>
            </a:r>
            <a:r>
              <a:rPr dirty="0" err="1"/>
              <a:t>Objetos</a:t>
            </a:r>
            <a:r>
              <a:rPr dirty="0"/>
              <a:t> e MVC</a:t>
            </a:r>
          </a:p>
          <a:p>
            <a:r>
              <a:rPr lang="pt-BR" dirty="0"/>
              <a:t>Emanuel Antonio de Oliveira</a:t>
            </a:r>
          </a:p>
          <a:p>
            <a:r>
              <a:rPr dirty="0"/>
              <a:t>Luan Wiggers Oliveira</a:t>
            </a:r>
            <a:endParaRPr lang="pt-BR" dirty="0"/>
          </a:p>
          <a:p>
            <a:r>
              <a:rPr lang="pt-BR" dirty="0"/>
              <a:t>Thiago </a:t>
            </a:r>
            <a:r>
              <a:rPr lang="pt-BR" dirty="0" err="1"/>
              <a:t>Soethe</a:t>
            </a:r>
            <a:r>
              <a:rPr lang="pt-BR" dirty="0"/>
              <a:t> Paschoal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Visão Geral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Contexto e objetivo do projeto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Simular uma fábrica de carros em PHP</a:t>
            </a:r>
          </a:p>
          <a:p>
            <a:r>
              <a:t>Aplicar conceitos de Programação Orientada a Objetos</a:t>
            </a:r>
          </a:p>
          <a:p>
            <a:r>
              <a:t>Organizar o projeto utilizando MVC</a:t>
            </a:r>
          </a:p>
          <a:p>
            <a:r>
              <a:t>Utilizar sessão para manter o estado da aplicação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Evolução do Código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Da abordagem simples à arquitetura organizada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Evolução do Projeto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Código procedural</a:t>
            </a:r>
          </a:p>
          <a:p>
            <a:r>
              <a:t>Introdução à Programação Orientada a Objetos</a:t>
            </a:r>
          </a:p>
          <a:p>
            <a:r>
              <a:t>Separação em camadas (MVC)</a:t>
            </a:r>
          </a:p>
          <a:p>
            <a:r>
              <a:t>Controller orientado a objetos (FabricaController)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Representação das entidades do sistema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 Carro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Representa um carro individual</a:t>
            </a:r>
          </a:p>
          <a:p>
            <a:r>
              <a:t>Atributos: modelo, cor e quantidade</a:t>
            </a:r>
          </a:p>
          <a:p>
            <a:r>
              <a:t>Encapsulamento com atributos privados</a:t>
            </a:r>
          </a:p>
          <a:p>
            <a:r>
              <a:t>Uso de construtor, getters e setters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Classe Fabrica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Gerencia o estoque de carros</a:t>
            </a:r>
          </a:p>
          <a:p>
            <a:r>
              <a:t>Mantém um array de objetos Carro</a:t>
            </a:r>
          </a:p>
          <a:p>
            <a:r>
              <a:t>Métodos para fabricar, vender e listar carros</a:t>
            </a:r>
          </a:p>
          <a:p>
            <a:r>
              <a:t>Relação de composição (Fabrica possui Carros)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Controller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Controle do fluxo da aplicação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FabricaController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Controller implementado como classe</a:t>
            </a:r>
          </a:p>
          <a:p>
            <a:r>
              <a:t>Recebe as ações do usuário</a:t>
            </a:r>
          </a:p>
          <a:p>
            <a:r>
              <a:t>Intermedia a comunicação entre View e Model</a:t>
            </a:r>
          </a:p>
          <a:p>
            <a:r>
              <a:t>Centraliza a lógica de controle do sistema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View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Interface com o usuário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Camada 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Responsável pela interface com o usuário</a:t>
            </a:r>
          </a:p>
          <a:p>
            <a:r>
              <a:t>Contém formulários e menus</a:t>
            </a:r>
          </a:p>
          <a:p>
            <a:r>
              <a:t>Não possui regras de negócio</a:t>
            </a:r>
          </a:p>
          <a:p>
            <a:r>
              <a:t>Envia dados para o Controller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 que o sistema permite fazer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Funcionalidades Implementadas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Fabricar carros informando quantidade, modelo e cor</a:t>
            </a:r>
          </a:p>
          <a:p>
            <a:r>
              <a:t>Vender carros pelo modelo e cor</a:t>
            </a:r>
          </a:p>
          <a:p>
            <a:r>
              <a:t>Listar carros em estoque</a:t>
            </a:r>
          </a:p>
          <a:p>
            <a:r>
              <a:t>Limpar estoque</a:t>
            </a:r>
          </a:p>
          <a:p>
            <a:r>
              <a:t>Finalizar sessão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Resultado final do projeto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Projeto atende todos os requisitos propostos</a:t>
            </a:r>
          </a:p>
          <a:p>
            <a:r>
              <a:t>Aplicação correta de POO</a:t>
            </a:r>
          </a:p>
          <a:p>
            <a:r>
              <a:t>Arquitetura MVC bem definida</a:t>
            </a:r>
          </a:p>
          <a:p>
            <a:r>
              <a:t>Base sólida para projetos futuros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ânico">
  <a:themeElements>
    <a:clrScheme name="Orgânico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ânico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ânico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</TotalTime>
  <Words>261</Words>
  <Application>Microsoft Office PowerPoint</Application>
  <PresentationFormat>Apresentação na tela (4:3)</PresentationFormat>
  <Paragraphs>60</Paragraphs>
  <Slides>16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16</vt:i4>
      </vt:variant>
    </vt:vector>
  </HeadingPairs>
  <TitlesOfParts>
    <vt:vector size="19" baseType="lpstr">
      <vt:lpstr>Arial</vt:lpstr>
      <vt:lpstr>Garamond</vt:lpstr>
      <vt:lpstr>Orgânico</vt:lpstr>
      <vt:lpstr>Fábrica de Carros</vt:lpstr>
      <vt:lpstr>Visão Geral</vt:lpstr>
      <vt:lpstr>Objetivo do Projeto</vt:lpstr>
      <vt:lpstr>Evolução do Código</vt:lpstr>
      <vt:lpstr>Evolução do Projeto</vt:lpstr>
      <vt:lpstr>Model</vt:lpstr>
      <vt:lpstr>Classe Carro</vt:lpstr>
      <vt:lpstr>Classe Fabrica</vt:lpstr>
      <vt:lpstr>Controller</vt:lpstr>
      <vt:lpstr>FabricaController</vt:lpstr>
      <vt:lpstr>View</vt:lpstr>
      <vt:lpstr>Camada View</vt:lpstr>
      <vt:lpstr>Funcionalidades</vt:lpstr>
      <vt:lpstr>Funcionalidades Implementadas</vt:lpstr>
      <vt:lpstr>Conclusão</vt:lpstr>
      <vt:lpstr>Conclusão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Fábrica de Carros</dc:title>
  <dc:subject/>
  <dc:creator>Luan</dc:creator>
  <cp:keywords/>
  <dc:description>generated using python-pptx</dc:description>
  <cp:lastModifiedBy>Emanuel Antonio</cp:lastModifiedBy>
  <cp:revision>3</cp:revision>
  <dcterms:created xsi:type="dcterms:W3CDTF">2013-01-27T09:14:16Z</dcterms:created>
  <dcterms:modified xsi:type="dcterms:W3CDTF">2025-12-16T23:20:13Z</dcterms:modified>
  <cp:category/>
</cp:coreProperties>
</file>